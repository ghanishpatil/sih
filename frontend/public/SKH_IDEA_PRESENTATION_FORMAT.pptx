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Arimo Bold" charset="1" panose="020B0704020202020204"/>
      <p:regular r:id="rId16"/>
    </p:embeddedFont>
    <p:embeddedFont>
      <p:font typeface="Calibri (MS)" charset="1" panose="020F050202020403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skh.sanjivaniuniversity.com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93759" y="-652077"/>
            <a:ext cx="12596320" cy="3070298"/>
            <a:chOff x="0" y="0"/>
            <a:chExt cx="16834532" cy="4103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34532" cy="4103344"/>
            </a:xfrm>
            <a:custGeom>
              <a:avLst/>
              <a:gdLst/>
              <a:ahLst/>
              <a:cxnLst/>
              <a:rect r="r" b="b" t="t" l="l"/>
              <a:pathLst>
                <a:path h="4103344" w="16834532">
                  <a:moveTo>
                    <a:pt x="0" y="0"/>
                  </a:moveTo>
                  <a:lnTo>
                    <a:pt x="16834532" y="0"/>
                  </a:lnTo>
                  <a:lnTo>
                    <a:pt x="16834532" y="4103344"/>
                  </a:lnTo>
                  <a:lnTo>
                    <a:pt x="0" y="4103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817" r="-23118" b="-490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834532" cy="4103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599"/>
                </a:lnSpc>
              </a:pPr>
              <a:r>
                <a:rPr lang="en-US" sz="5499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KOPARGOAN HACKATHON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8369" y="2389646"/>
            <a:ext cx="7680960" cy="617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Software/Hardware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74937" indent="-287469" lvl="1">
              <a:lnSpc>
                <a:spcPts val="7624"/>
              </a:lnSpc>
              <a:buFont typeface="Arial"/>
              <a:buChar char="•"/>
            </a:pPr>
            <a:r>
              <a:rPr lang="en-US" b="true" sz="31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(Registered on portal)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7" id="7">
              <a:hlinkClick r:id="rId3" tooltip="https://skh.sanjivaniuniversity.com"/>
            </p:cNvPr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49575" y="385961"/>
            <a:ext cx="5188849" cy="1901168"/>
            <a:chOff x="0" y="0"/>
            <a:chExt cx="6918465" cy="2534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8465" cy="2534890"/>
            </a:xfrm>
            <a:custGeom>
              <a:avLst/>
              <a:gdLst/>
              <a:ahLst/>
              <a:cxnLst/>
              <a:rect r="r" b="b" t="t" l="l"/>
              <a:pathLst>
                <a:path h="2534890" w="6918465">
                  <a:moveTo>
                    <a:pt x="0" y="0"/>
                  </a:moveTo>
                  <a:lnTo>
                    <a:pt x="6918465" y="0"/>
                  </a:lnTo>
                  <a:lnTo>
                    <a:pt x="6918465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464" r="0" b="-8646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918465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8369" y="16562"/>
            <a:ext cx="2100730" cy="2100730"/>
          </a:xfrm>
          <a:custGeom>
            <a:avLst/>
            <a:gdLst/>
            <a:ahLst/>
            <a:cxnLst/>
            <a:rect r="r" b="b" t="t" l="l"/>
            <a:pathLst>
              <a:path h="2100730" w="2100730">
                <a:moveTo>
                  <a:pt x="0" y="0"/>
                </a:moveTo>
                <a:lnTo>
                  <a:pt x="2100730" y="0"/>
                </a:lnTo>
                <a:lnTo>
                  <a:pt x="2100730" y="2100730"/>
                </a:lnTo>
                <a:lnTo>
                  <a:pt x="0" y="2100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12" id="12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915" y="3646884"/>
            <a:ext cx="1810512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5759"/>
              </a:lnSpc>
              <a:buFont typeface="Arial"/>
              <a:buChar char="•"/>
            </a:pPr>
            <a:r>
              <a:rPr lang="en-US" b="true" sz="4800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(Describe your Idea/Solution/Prototype)</a:t>
            </a:r>
          </a:p>
          <a:p>
            <a:pPr algn="l" marL="760095" indent="-380048" lvl="1">
              <a:lnSpc>
                <a:spcPts val="5040"/>
              </a:lnSpc>
            </a:pPr>
          </a:p>
          <a:p>
            <a:pPr algn="l" marL="760095" indent="-380048" lvl="1">
              <a:lnSpc>
                <a:spcPts val="5040"/>
              </a:lnSpc>
            </a:pP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62366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05840" y="3827145"/>
            <a:ext cx="13895070" cy="265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404151"/>
            <a:ext cx="16459200" cy="1714500"/>
            <a:chOff x="0" y="0"/>
            <a:chExt cx="21945600" cy="228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40415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2975" y="404151"/>
            <a:ext cx="16459200" cy="1714500"/>
            <a:chOff x="0" y="0"/>
            <a:chExt cx="2194560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" y="514209"/>
            <a:ext cx="16459200" cy="1714500"/>
            <a:chOff x="0" y="0"/>
            <a:chExt cx="219456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5840" y="3827145"/>
            <a:ext cx="13895070" cy="200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</a:p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5840" y="3827145"/>
            <a:ext cx="1389507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60095" indent="-380048" lvl="1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</a:t>
            </a:r>
            <a:r>
              <a:rPr lang="en-US" sz="4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ils / Links of the reference and research work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14209"/>
            <a:ext cx="16459200" cy="1714500"/>
            <a:chOff x="0" y="0"/>
            <a:chExt cx="219456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48000"/>
                  </a:srgbClr>
                </a:gs>
                <a:gs pos="100000">
                  <a:srgbClr val="FFDE59">
                    <a:alpha val="48000"/>
                  </a:srgbClr>
                </a:gs>
              </a:gsLst>
              <a:lin ang="0"/>
            </a:gra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79362" y="1478862"/>
            <a:ext cx="7329276" cy="7329276"/>
          </a:xfrm>
          <a:custGeom>
            <a:avLst/>
            <a:gdLst/>
            <a:ahLst/>
            <a:cxnLst/>
            <a:rect r="r" b="b" t="t" l="l"/>
            <a:pathLst>
              <a:path h="7329276" w="7329276">
                <a:moveTo>
                  <a:pt x="0" y="0"/>
                </a:moveTo>
                <a:lnTo>
                  <a:pt x="7329276" y="0"/>
                </a:lnTo>
                <a:lnTo>
                  <a:pt x="7329276" y="7329276"/>
                </a:lnTo>
                <a:lnTo>
                  <a:pt x="0" y="73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099"/>
            <a:chOff x="0" y="0"/>
            <a:chExt cx="2554516" cy="1665465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78"/>
            </a:xfrm>
            <a:custGeom>
              <a:avLst/>
              <a:gdLst/>
              <a:ahLst/>
              <a:cxnLst/>
              <a:rect r="r" b="b" t="t" l="l"/>
              <a:pathLst>
                <a:path h="1665478" w="2554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894738" y="16562"/>
            <a:ext cx="1905372" cy="2024276"/>
            <a:chOff x="0" y="0"/>
            <a:chExt cx="4418241" cy="4693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18203" cy="4693960"/>
            </a:xfrm>
            <a:custGeom>
              <a:avLst/>
              <a:gdLst/>
              <a:ahLst/>
              <a:cxnLst/>
              <a:rect r="r" b="b" t="t" l="l"/>
              <a:pathLst>
                <a:path h="4693960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4693960"/>
                  </a:lnTo>
                  <a:lnTo>
                    <a:pt x="0" y="4693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20" t="0" r="-312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927537" y="955296"/>
            <a:ext cx="12432925" cy="90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5612" y="3387533"/>
            <a:ext cx="17464249" cy="509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presentation must not exceed 6 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slides,</a:t>
            </a: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including the Title Slide.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Present your solution using bullet points, diagrams, infographics, flowcharts, or relevant visuals instead of lengthy paragraphs.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Keep the content clear, concise, and easy to understand.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Ensure your proposed solution is innovative, original, and demonstrates novelty.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Use only the official presentation template provided. Do not modify the template structure, slide sequence, or the required sections.</a:t>
            </a:r>
          </a:p>
          <a:p>
            <a:pPr algn="just" marL="488632" indent="-244316" lvl="1">
              <a:lnSpc>
                <a:spcPts val="2916"/>
              </a:lnSpc>
              <a:buAutoNum type="arabicPeriod" startAt="1"/>
            </a:pPr>
            <a:r>
              <a:rPr lang="en-US" b="true" sz="27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Submit your presentation only in PDF format. Uploading PPT, Word documents, or any other file format will not be accepted.</a:t>
            </a:r>
          </a:p>
          <a:p>
            <a:pPr algn="just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</a:p>
          <a:p>
            <a:pPr algn="just" marL="488632" indent="-244316" lvl="1">
              <a:lnSpc>
                <a:spcPts val="2916"/>
              </a:lnSpc>
            </a:pPr>
            <a:r>
              <a:rPr lang="en-US" b="true" sz="27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Note - You can delete this slide (Important Pointers) when you upload the details of your idea on SKH portal</a:t>
            </a:r>
            <a:r>
              <a:rPr lang="en-US" b="true" sz="2700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just" marL="488632" indent="-244316" lvl="1">
              <a:lnSpc>
                <a:spcPts val="291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633791" y="9585722"/>
            <a:ext cx="30204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skh.sanjivaniuniversity.com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DAHOT8uMH7M</dc:identifier>
  <dcterms:modified xsi:type="dcterms:W3CDTF">2011-08-01T06:04:30Z</dcterms:modified>
  <cp:revision>1</cp:revision>
  <dc:title>Blue Futuristic Minimalist Project Presentation</dc:title>
</cp:coreProperties>
</file>